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2026-10-02T09:26:59.354924Z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c281e471f955cc2004e37f48da82c254273300e4e2e4342388bb4bb9018d7b83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2026-10-02T09:26:59.354924Z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