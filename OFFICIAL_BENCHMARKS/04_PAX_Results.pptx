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Pax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Parameter | Value</a:t>
            </a:r>
          </a:p>
          <a:p>
            <a:r>
              <a:rPr sz="1000">
                <a:solidFill>
                  <a:srgbClr val="222222"/>
                </a:solidFill>
              </a:rPr>
              <a:t>  Model |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Quantization | Q4_0 (15GB VRAM)</a:t>
            </a:r>
          </a:p>
          <a:p>
            <a:r>
              <a:rPr sz="1000">
                <a:solidFill>
                  <a:srgbClr val="222222"/>
                </a:solidFill>
              </a:rPr>
              <a:t>  Context | 4096 tokens</a:t>
            </a:r>
          </a:p>
          <a:p>
            <a:r>
              <a:rPr sz="1000">
                <a:solidFill>
                  <a:srgbClr val="222222"/>
                </a:solidFill>
              </a:rPr>
              <a:t>  GPU | RTX 4090 / T4 (Kaggle)</a:t>
            </a:r>
          </a:p>
          <a:p>
            <a:r>
              <a:rPr sz="1000">
                <a:solidFill>
                  <a:srgbClr val="222222"/>
                </a:solidFill>
              </a:rPr>
              <a:t>  Temperature | 0.7</a:t>
            </a:r>
          </a:p>
          <a:p>
            <a:r>
              <a:rPr sz="1000">
                <a:solidFill>
                  <a:srgbClr val="222222"/>
                </a:solidFill>
              </a:rPr>
              <a:t>  Repeat Penalty |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Tokens/sec (GPU) | ~18–22 tok/s</a:t>
            </a:r>
          </a:p>
          <a:p>
            <a:r>
              <a:rPr sz="1000">
                <a:solidFill>
                  <a:srgbClr val="222222"/>
                </a:solidFill>
              </a:rPr>
              <a:t>  Tokens/sec (CPU) | ~1.2–2.1 tok/s</a:t>
            </a:r>
          </a:p>
          <a:p>
            <a:r>
              <a:rPr sz="1000">
                <a:solidFill>
                  <a:srgbClr val="222222"/>
                </a:solidFill>
              </a:rPr>
              <a:t>  First token latency | ~850ms (GPU)</a:t>
            </a:r>
          </a:p>
          <a:p>
            <a:r>
              <a:rPr sz="1000">
                <a:solidFill>
                  <a:srgbClr val="222222"/>
                </a:solidFill>
              </a:rPr>
              <a:t>  Memory (VRAM) | 14.8GB (Q4_0)</a:t>
            </a:r>
          </a:p>
          <a:p>
            <a:r>
              <a:rPr sz="1000">
                <a:solidFill>
                  <a:srgbClr val="222222"/>
                </a:solidFill>
              </a:rPr>
              <a:t>  Memory (RAM) | 2.1GB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Task Performance —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Task | Score | Baseline (GPT-4o API) | Delta</a:t>
            </a:r>
          </a:p>
          <a:p>
            <a:r>
              <a:rPr sz="1000">
                <a:solidFill>
                  <a:srgbClr val="222222"/>
                </a:solidFill>
              </a:rPr>
              <a:t>  Instruction following | 91.2% | 93.1% | -1.9%</a:t>
            </a:r>
          </a:p>
          <a:p>
            <a:r>
              <a:rPr sz="1000">
                <a:solidFill>
                  <a:srgbClr val="222222"/>
                </a:solidFill>
              </a:rPr>
              <a:t>  Domain reasoning | 88.7% | 89.3% | -0.6%</a:t>
            </a:r>
          </a:p>
          <a:p>
            <a:r>
              <a:rPr sz="1000">
                <a:solidFill>
                  <a:srgbClr val="222222"/>
                </a:solidFill>
              </a:rPr>
              <a:t>  Code generation | 84.1% | 87.2% | -3.1%</a:t>
            </a:r>
          </a:p>
          <a:p>
            <a:r>
              <a:rPr sz="1000">
                <a:solidFill>
                  <a:srgbClr val="222222"/>
                </a:solidFill>
              </a:rPr>
              <a:t>  Long-context (4K) | 82.4% | 85.0% | -2.6%</a:t>
            </a:r>
          </a:p>
          <a:p>
            <a:r>
              <a:rPr sz="1000">
                <a:solidFill>
                  <a:srgbClr val="222222"/>
                </a:solidFill>
              </a:rPr>
              <a:t>Key result: PAX L5 Narrow L2 General 27B achieves ~97% of GPT-4o quality</a:t>
            </a:r>
          </a:p>
          <a:p>
            <a:r>
              <a:rPr sz="1000">
                <a:solidFill>
                  <a:srgbClr val="222222"/>
                </a:solidFill>
              </a:rP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20 real solutions generated by PAX L5 Narrow L2 General 27B.</a:t>
            </a:r>
          </a:p>
          <a:p>
            <a:r>
              <a:rPr sz="1000">
                <a:solidFill>
                  <a:srgbClr val="222222"/>
                </a:solidFill>
              </a:rPr>
              <a:t>See 25_MILLENNIUM_PROBLEM_PROPOSALS for full output.</a:t>
            </a:r>
          </a:p>
          <a:p>
            <a:r>
              <a:rPr sz="1000">
                <a:solidFill>
                  <a:srgbClr val="222222"/>
                </a:solidFill>
              </a:rPr>
              <a:t>Kaggle run ID: loiskleinner/pax-millennium-solutions (v44)</a:t>
            </a:r>
          </a:p>
          <a:p>
            <a:r>
              <a:rPr sz="1000">
                <a:solidFill>
                  <a:srgbClr val="222222"/>
                </a:solidFill>
              </a:rP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