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2026-10-02T09:26:56.700570Z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255222ee01dda4487a2654f9989d03e5372e468db8a297a5236fcdecfbf30b14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2026-10-02T09:26:56.700570Z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